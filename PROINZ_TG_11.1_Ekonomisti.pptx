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94660"/>
  </p:normalViewPr>
  <p:slideViewPr>
    <p:cSldViewPr snapToGrid="0">
      <p:cViewPr varScale="1">
        <p:scale>
          <a:sx n="92" d="100"/>
          <a:sy n="92" d="100"/>
        </p:scale>
        <p:origin x="20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83F8C-FA01-4DD7-B759-72BEEF8F9EBA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946D4-1177-4FD1-B3D0-3B7D88C82C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05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B569-EC8F-973F-6B9D-3ECE3AA17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B3E66-F908-4897-82F5-3FC741B24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9B6F1-A42C-2AE6-4CEA-8E46CD59F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04E3-8953-4586-B481-01FEFFA74E8C}" type="datetime1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8AD41-2B12-C18E-A7F5-600BC18A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45D97-58D8-F5AD-8D5B-EB40C44A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51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15A03-A776-E886-75FC-092CAE96E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B881B-C6D2-2C77-EC5B-0B30A2E74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CF52-47F2-E2B1-3F15-9396CE3F8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E4A80-19B0-4AFB-BBE0-31DDCC619047}" type="datetime1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C6446-9F8B-A327-BFA7-E40522FA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02E19-9328-7F4A-103A-060A8F51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13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5E07-DB1B-F5BD-EC1C-A4E8C11F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81DD8-AE21-94C6-7447-88EEDDB1A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FB7EC-DCC6-2924-658B-7134D300F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CBC4-EAFC-46DC-8BDB-57F788BAE6AE}" type="datetime1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A1178-BA11-ADEA-F4B9-5008E0B26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A83FD-3FFF-CC80-406E-AD5A56DB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314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76A3-10F7-8764-C177-65A026E8A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28AB6-FC94-86E2-5DCB-50B5CE00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D644E-742A-0B66-F55C-5663A743A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F3D4E-6CE7-310F-2970-87EA73A1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90D2A-CF15-4124-9EB2-DD494E1ECE72}" type="datetime1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1A981-8DDF-084F-FD08-55D79719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D20EF-D52F-764D-936E-24E9D3EF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0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0FB3-9161-6C97-1E96-0618E75D8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31C41-DBDE-89DB-6AA0-F38FB7E40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F7261-F770-B59E-CC19-033D99730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29A07B-74FC-209E-82B7-50DF1A36C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27170-785F-3BFB-084A-6F9385946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2C2E68-4B09-B4A3-0FF9-7056A1D5A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11D2-B18C-47B2-9072-279FDBEADFD1}" type="datetime1">
              <a:rPr lang="en-GB" smtClean="0"/>
              <a:t>23/01/2026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DE7C7-04AA-8019-6159-4E90B6555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3A8DC8-7847-A0B1-138F-B62135B92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886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FB81C-845E-5116-D131-47F97B47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02256-01AB-2951-4316-F9F7A7249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394C3-1C24-4B85-9906-54376D56AF9C}" type="datetime1">
              <a:rPr lang="en-GB" smtClean="0"/>
              <a:t>23/01/2026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8F416-1CDB-301F-258B-0AE9A6A9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55D84-71E5-84C4-EE3B-626C35ED1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294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61C14-A33C-C2F0-0AE9-151E0AD9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B5370-F6FD-4EB1-8645-542DFBFBD3ED}" type="datetime1">
              <a:rPr lang="en-GB" smtClean="0"/>
              <a:t>23/01/2026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542DBD-FF8E-50DF-98E3-1A75CABA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0B521-5051-78BD-3992-BBB922CCD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837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D52DD-D351-A144-D3DC-02300E733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13B24-C3E5-B52F-F830-264151456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D247D-6187-30E2-55FB-B9CCD6AA5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E3D79-0C98-007C-03CD-3BA56B62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6BEFA-BFD2-46B3-9E52-704F24AAA519}" type="datetime1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1D7DC-A39D-8B64-A471-2BAD767E6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CD858-341C-C367-E647-1960FB4B3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58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9B8B-39D3-8EE4-D540-51E55543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936E6-5B74-C019-9FC2-396323737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743C8-D5EA-C078-A567-6190C5AC1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F61F4-E75C-2238-B4C8-B614A08F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7FD26-ED72-43A1-860E-1CAD5F49A31D}" type="datetime1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337E8-600F-652A-7789-D87D5022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D243B-B447-6D16-CF01-46E2417B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82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7809-FEEA-A6EF-8A0E-C7BB31B8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4D036-369B-5AF8-0549-8AD8E209D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A7420-76CF-4790-49E3-85982A43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F72BC-EE41-4DE5-81E4-1602EC153423}" type="datetime1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878C0-3406-2170-0AE9-16F83C1CB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7434B-6655-F299-33E7-A6D0F1DB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007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CFC27-F913-2343-36FC-014369DE5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FFA3B-5B3F-E492-BBE9-E330D130C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9DFCE-1767-5964-65AE-F5D8EDDF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77E3C-242E-45C0-9275-75A7C2147011}" type="datetime1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25DB5-9FCA-9C32-FC73-312FC99D7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0CBDE-5D07-15F6-41D5-4B1C423C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47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BAE3F-8C6B-C537-14C4-62E4E31C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F06F6-E4E2-A46F-DFB3-25715479A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5DF72-0041-1458-6BE8-8BCE45A85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C39AC-EA83-4435-952E-A5273E0A1C9E}" type="datetime1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4C7AD-ED4A-3407-6399-8809E7ADB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710AD-0BF8-4A75-F1BE-87E590FD4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33615-6143-4379-9E83-4F4C67377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12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5331-BA2D-E3CA-CE11-844539A846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Platforma</a:t>
            </a:r>
            <a:r>
              <a:rPr lang="en-GB" dirty="0"/>
              <a:t> za Ra</a:t>
            </a:r>
            <a:r>
              <a:rPr lang="hr-HR" dirty="0"/>
              <a:t>čunovodstvo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B0296-B865-DE93-6C3A-6D3013C57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Tim: TG 11.1 Ekonomisti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E3FD5-2312-911F-EA4A-41453A814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282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85DF1-1A5C-7811-9255-3909E2D9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Članovi Grupe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3B581-77BD-CD39-DC93-7601CF86C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Vedran Ivanković: Back-end development</a:t>
            </a:r>
          </a:p>
          <a:p>
            <a:r>
              <a:rPr lang="hr-HR" dirty="0"/>
              <a:t>Šimun Čović: Front-end development</a:t>
            </a:r>
          </a:p>
          <a:p>
            <a:r>
              <a:rPr lang="hr-HR" dirty="0"/>
              <a:t>Luka Salopek: Front-end development</a:t>
            </a:r>
          </a:p>
          <a:p>
            <a:r>
              <a:rPr lang="hr-HR" dirty="0"/>
              <a:t>Natali Mišić: Baza podataka</a:t>
            </a:r>
          </a:p>
          <a:p>
            <a:r>
              <a:rPr lang="hr-HR" dirty="0"/>
              <a:t>Ivan Lovrinović: Back-end development</a:t>
            </a:r>
          </a:p>
          <a:p>
            <a:r>
              <a:rPr lang="hr-HR" dirty="0"/>
              <a:t>Luka Meštrović: Front-end development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3AAC2-F749-9693-3793-5698A04E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04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1B8B-D82F-C7C4-902B-4FBB61CF2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O Projektu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D7B07-82C9-3D18-F6FD-EB32ACD05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Projekt </a:t>
            </a:r>
            <a:r>
              <a:rPr lang="en-GB" dirty="0" err="1"/>
              <a:t>predstavlja</a:t>
            </a:r>
            <a:r>
              <a:rPr lang="en-GB" dirty="0"/>
              <a:t> </a:t>
            </a:r>
            <a:r>
              <a:rPr lang="en-GB" dirty="0" err="1"/>
              <a:t>razvoj</a:t>
            </a:r>
            <a:r>
              <a:rPr lang="en-GB" dirty="0"/>
              <a:t> web </a:t>
            </a:r>
            <a:r>
              <a:rPr lang="en-GB" dirty="0" err="1"/>
              <a:t>platforme</a:t>
            </a:r>
            <a:r>
              <a:rPr lang="en-GB" dirty="0"/>
              <a:t> za </a:t>
            </a:r>
            <a:r>
              <a:rPr lang="en-GB" dirty="0" err="1"/>
              <a:t>računovodstvene</a:t>
            </a:r>
            <a:r>
              <a:rPr lang="en-GB" dirty="0"/>
              <a:t> </a:t>
            </a:r>
            <a:r>
              <a:rPr lang="en-GB" dirty="0" err="1"/>
              <a:t>servise</a:t>
            </a:r>
            <a:r>
              <a:rPr lang="en-GB" dirty="0"/>
              <a:t> </a:t>
            </a:r>
            <a:r>
              <a:rPr lang="en-GB" dirty="0" err="1"/>
              <a:t>koja</a:t>
            </a:r>
            <a:r>
              <a:rPr lang="en-GB" dirty="0"/>
              <a:t> </a:t>
            </a:r>
            <a:r>
              <a:rPr lang="en-GB" dirty="0" err="1"/>
              <a:t>omogućuje</a:t>
            </a:r>
            <a:r>
              <a:rPr lang="en-GB" dirty="0"/>
              <a:t> </a:t>
            </a:r>
            <a:r>
              <a:rPr lang="en-GB" dirty="0" err="1"/>
              <a:t>jednostavnu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sigurnu</a:t>
            </a:r>
            <a:r>
              <a:rPr lang="en-GB" dirty="0"/>
              <a:t> </a:t>
            </a:r>
            <a:r>
              <a:rPr lang="en-GB" dirty="0" err="1"/>
              <a:t>suradnju</a:t>
            </a:r>
            <a:r>
              <a:rPr lang="en-GB" dirty="0"/>
              <a:t> </a:t>
            </a:r>
            <a:r>
              <a:rPr lang="en-GB" dirty="0" err="1"/>
              <a:t>između</a:t>
            </a:r>
            <a:r>
              <a:rPr lang="en-GB" dirty="0"/>
              <a:t> </a:t>
            </a:r>
            <a:r>
              <a:rPr lang="en-GB" dirty="0" err="1"/>
              <a:t>računovođa</a:t>
            </a:r>
            <a:r>
              <a:rPr lang="en-GB" dirty="0"/>
              <a:t>, </a:t>
            </a:r>
            <a:r>
              <a:rPr lang="en-GB" dirty="0" err="1"/>
              <a:t>njihovih</a:t>
            </a:r>
            <a:r>
              <a:rPr lang="en-GB" dirty="0"/>
              <a:t> </a:t>
            </a:r>
            <a:r>
              <a:rPr lang="en-GB" dirty="0" err="1"/>
              <a:t>klijenata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radnika</a:t>
            </a:r>
            <a:r>
              <a:rPr lang="en-GB" dirty="0"/>
              <a:t> </a:t>
            </a:r>
            <a:r>
              <a:rPr lang="en-GB" dirty="0" err="1"/>
              <a:t>klijenata</a:t>
            </a:r>
            <a:r>
              <a:rPr lang="en-GB" dirty="0"/>
              <a:t>.</a:t>
            </a:r>
            <a:endParaRPr lang="hr-HR" dirty="0"/>
          </a:p>
          <a:p>
            <a:endParaRPr lang="hr-HR" dirty="0"/>
          </a:p>
          <a:p>
            <a:r>
              <a:rPr lang="en-GB" dirty="0" err="1"/>
              <a:t>Cilj</a:t>
            </a:r>
            <a:r>
              <a:rPr lang="en-GB" dirty="0"/>
              <a:t> </a:t>
            </a:r>
            <a:r>
              <a:rPr lang="en-GB" dirty="0" err="1"/>
              <a:t>projekta</a:t>
            </a:r>
            <a:r>
              <a:rPr lang="en-GB" dirty="0"/>
              <a:t> je </a:t>
            </a:r>
            <a:r>
              <a:rPr lang="en-GB" dirty="0" err="1"/>
              <a:t>digitalizirati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pojednostaviti</a:t>
            </a:r>
            <a:r>
              <a:rPr lang="en-GB" dirty="0"/>
              <a:t> </a:t>
            </a:r>
            <a:r>
              <a:rPr lang="en-GB" dirty="0" err="1"/>
              <a:t>procese</a:t>
            </a:r>
            <a:r>
              <a:rPr lang="en-GB" dirty="0"/>
              <a:t> </a:t>
            </a:r>
            <a:r>
              <a:rPr lang="en-GB" dirty="0" err="1"/>
              <a:t>računovodstva</a:t>
            </a:r>
            <a:r>
              <a:rPr lang="en-GB" dirty="0"/>
              <a:t>, </a:t>
            </a:r>
            <a:r>
              <a:rPr lang="en-GB" dirty="0" err="1"/>
              <a:t>omogućiti</a:t>
            </a:r>
            <a:r>
              <a:rPr lang="en-GB" dirty="0"/>
              <a:t> </a:t>
            </a:r>
            <a:r>
              <a:rPr lang="en-GB" dirty="0" err="1"/>
              <a:t>transparentnu</a:t>
            </a:r>
            <a:r>
              <a:rPr lang="en-GB" dirty="0"/>
              <a:t> </a:t>
            </a:r>
            <a:r>
              <a:rPr lang="en-GB" dirty="0" err="1"/>
              <a:t>komunikaciju</a:t>
            </a:r>
            <a:r>
              <a:rPr lang="en-GB" dirty="0"/>
              <a:t> </a:t>
            </a:r>
            <a:r>
              <a:rPr lang="en-GB" dirty="0" err="1"/>
              <a:t>između</a:t>
            </a:r>
            <a:r>
              <a:rPr lang="en-GB" dirty="0"/>
              <a:t> </a:t>
            </a:r>
            <a:r>
              <a:rPr lang="en-GB" dirty="0" err="1"/>
              <a:t>klijenata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računovođa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automatizirati</a:t>
            </a:r>
            <a:r>
              <a:rPr lang="en-GB" dirty="0"/>
              <a:t> </a:t>
            </a:r>
            <a:r>
              <a:rPr lang="en-GB" dirty="0" err="1"/>
              <a:t>izradu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distribuciju</a:t>
            </a:r>
            <a:r>
              <a:rPr lang="en-GB" dirty="0"/>
              <a:t> </a:t>
            </a:r>
            <a:r>
              <a:rPr lang="en-GB" dirty="0" err="1"/>
              <a:t>financijskih</a:t>
            </a:r>
            <a:r>
              <a:rPr lang="en-GB" dirty="0"/>
              <a:t> </a:t>
            </a:r>
            <a:r>
              <a:rPr lang="en-GB" dirty="0" err="1"/>
              <a:t>izvještaja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9C2A4-BE29-4C66-61AF-71ADA192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59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C0E2C-79D1-3644-D66D-1D310450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148" y="-397565"/>
            <a:ext cx="10515600" cy="1325563"/>
          </a:xfrm>
        </p:spPr>
        <p:txBody>
          <a:bodyPr/>
          <a:lstStyle/>
          <a:p>
            <a:pPr algn="ctr"/>
            <a:r>
              <a:rPr lang="hr-HR" dirty="0"/>
              <a:t>Pregledi zahtjeva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BEAD50-1652-D7B9-0F18-349AF3DCE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744" y="1065789"/>
            <a:ext cx="9042409" cy="5792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0C962-B954-4AD9-28B8-2FD177EF0D9B}"/>
              </a:ext>
            </a:extLst>
          </p:cNvPr>
          <p:cNvSpPr txBox="1"/>
          <p:nvPr/>
        </p:nvSpPr>
        <p:spPr>
          <a:xfrm>
            <a:off x="1382957" y="542569"/>
            <a:ext cx="4518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Funkcionalni</a:t>
            </a:r>
            <a:r>
              <a:rPr lang="en-GB" sz="2800" dirty="0"/>
              <a:t> </a:t>
            </a:r>
            <a:r>
              <a:rPr lang="en-GB" sz="2800" dirty="0" err="1"/>
              <a:t>zahtjevi</a:t>
            </a:r>
            <a:endParaRPr lang="en-GB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8B284-BE65-3752-6BDF-5C7A0E1C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99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808B-999E-A228-13E5-73195149B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CEAC3-E930-BD9B-E700-4911816EA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E8AE4C-8F4F-E080-3CC0-9F2D4BA27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35" y="-11006"/>
            <a:ext cx="11767930" cy="688001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FE623-555F-E419-0526-50A55FD9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40421"/>
            <a:ext cx="2743200" cy="365125"/>
          </a:xfrm>
        </p:spPr>
        <p:txBody>
          <a:bodyPr/>
          <a:lstStyle/>
          <a:p>
            <a:fld id="{16433615-6143-4379-9E83-4F4C67377D8B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296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01E7-2D77-266F-00CD-866A67FB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1605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Nefunkcionalni</a:t>
            </a:r>
            <a:r>
              <a:rPr lang="en-GB" dirty="0"/>
              <a:t> </a:t>
            </a:r>
            <a:r>
              <a:rPr lang="en-GB" dirty="0" err="1"/>
              <a:t>zahtjevi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78C9D-72C6-B84A-47AF-9E7706BDF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90C91-0065-3B28-FAAB-7403606A7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3" y="681037"/>
            <a:ext cx="12037634" cy="617696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C1E54-792B-3A9D-5354-79601CD1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45782" y="6384059"/>
            <a:ext cx="2743200" cy="365125"/>
          </a:xfrm>
        </p:spPr>
        <p:txBody>
          <a:bodyPr/>
          <a:lstStyle/>
          <a:p>
            <a:fld id="{16433615-6143-4379-9E83-4F4C67377D8B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52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37281-A4B8-4AE0-33CE-91FA0671B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7301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Dijagrami</a:t>
            </a:r>
            <a:r>
              <a:rPr lang="en-GB" dirty="0"/>
              <a:t> </a:t>
            </a:r>
            <a:r>
              <a:rPr lang="en-GB" dirty="0" err="1"/>
              <a:t>obrazaca</a:t>
            </a:r>
            <a:r>
              <a:rPr lang="en-GB" dirty="0"/>
              <a:t> </a:t>
            </a:r>
            <a:r>
              <a:rPr lang="en-GB" dirty="0" err="1"/>
              <a:t>uporabe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0EC21-5504-E25C-36E2-84614C104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" y="838073"/>
            <a:ext cx="10515600" cy="4351338"/>
          </a:xfrm>
        </p:spPr>
        <p:txBody>
          <a:bodyPr/>
          <a:lstStyle/>
          <a:p>
            <a:r>
              <a:rPr lang="en-GB" dirty="0"/>
              <a:t>1. </a:t>
            </a:r>
            <a:r>
              <a:rPr lang="en-GB" dirty="0" err="1"/>
              <a:t>Visokorazinski</a:t>
            </a:r>
            <a:r>
              <a:rPr lang="en-GB" dirty="0"/>
              <a:t> </a:t>
            </a:r>
            <a:r>
              <a:rPr lang="en-GB" dirty="0" err="1"/>
              <a:t>dijagram</a:t>
            </a:r>
            <a:r>
              <a:rPr lang="en-GB" dirty="0"/>
              <a:t> </a:t>
            </a:r>
            <a:r>
              <a:rPr lang="en-GB" dirty="0" err="1"/>
              <a:t>obrazaca</a:t>
            </a:r>
            <a:r>
              <a:rPr lang="en-GB" dirty="0"/>
              <a:t> </a:t>
            </a:r>
            <a:r>
              <a:rPr lang="en-GB" dirty="0" err="1"/>
              <a:t>uporabe</a:t>
            </a:r>
            <a:r>
              <a:rPr lang="en-GB" dirty="0"/>
              <a:t> </a:t>
            </a:r>
            <a:r>
              <a:rPr lang="en-GB" dirty="0" err="1"/>
              <a:t>cijelog</a:t>
            </a:r>
            <a:r>
              <a:rPr lang="en-GB" dirty="0"/>
              <a:t> </a:t>
            </a:r>
            <a:r>
              <a:rPr lang="en-GB" dirty="0" err="1"/>
              <a:t>sustava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A17C9-9789-7F5F-C451-6089CA1F1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593" y="1314155"/>
            <a:ext cx="8328255" cy="554384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4A2B2-85A8-557A-2726-A60F8688D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377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F07B-BD35-5B4D-BAB3-5236D04A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78" y="9681403"/>
            <a:ext cx="10515600" cy="1325563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1D16E-1220-B5A7-6F84-5B0AC3C2B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5364"/>
            <a:ext cx="10515600" cy="4351338"/>
          </a:xfrm>
        </p:spPr>
        <p:txBody>
          <a:bodyPr/>
          <a:lstStyle/>
          <a:p>
            <a:r>
              <a:rPr lang="en-GB" dirty="0"/>
              <a:t>2. </a:t>
            </a:r>
            <a:r>
              <a:rPr lang="en-GB" dirty="0" err="1"/>
              <a:t>Dijagram</a:t>
            </a:r>
            <a:r>
              <a:rPr lang="en-GB" dirty="0"/>
              <a:t> </a:t>
            </a:r>
            <a:r>
              <a:rPr lang="en-GB" dirty="0" err="1"/>
              <a:t>obrazaca</a:t>
            </a:r>
            <a:r>
              <a:rPr lang="en-GB" dirty="0"/>
              <a:t> </a:t>
            </a:r>
            <a:r>
              <a:rPr lang="en-GB" dirty="0" err="1"/>
              <a:t>uporabe</a:t>
            </a:r>
            <a:r>
              <a:rPr lang="en-GB" dirty="0"/>
              <a:t> za </a:t>
            </a:r>
            <a:r>
              <a:rPr lang="en-GB" dirty="0" err="1"/>
              <a:t>klju</a:t>
            </a:r>
            <a:r>
              <a:rPr lang="hr-HR" dirty="0"/>
              <a:t>čne značajke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D71003-9DEE-30B9-74B8-228FBDC3B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696" y="699184"/>
            <a:ext cx="8433904" cy="572149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A95C91-4FE2-22C4-9184-D056B5C2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04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EB59D-89DE-EF50-DFAF-9A664F6A0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" y="69977"/>
            <a:ext cx="11881104" cy="4351338"/>
          </a:xfrm>
        </p:spPr>
        <p:txBody>
          <a:bodyPr/>
          <a:lstStyle/>
          <a:p>
            <a:r>
              <a:rPr lang="hr-HR" dirty="0"/>
              <a:t>3. dijagram obrazaca uporabe za korisničke uloge</a:t>
            </a:r>
          </a:p>
          <a:p>
            <a:r>
              <a:rPr lang="en-GB" sz="2400" i="1" dirty="0"/>
              <a:t>3.</a:t>
            </a:r>
            <a:r>
              <a:rPr lang="hr-HR" sz="2400" i="1" dirty="0"/>
              <a:t>1 </a:t>
            </a:r>
            <a:r>
              <a:rPr lang="en-GB" sz="2400" i="1" dirty="0" err="1"/>
              <a:t>dijagram</a:t>
            </a:r>
            <a:r>
              <a:rPr lang="en-GB" sz="2400" i="1" dirty="0"/>
              <a:t> </a:t>
            </a:r>
            <a:r>
              <a:rPr lang="en-GB" sz="2400" i="1" dirty="0" err="1"/>
              <a:t>obrazaca</a:t>
            </a:r>
            <a:r>
              <a:rPr lang="en-GB" sz="2400" i="1" dirty="0"/>
              <a:t> </a:t>
            </a:r>
            <a:r>
              <a:rPr lang="en-GB" sz="2400" i="1" dirty="0" err="1"/>
              <a:t>uporabe</a:t>
            </a:r>
            <a:r>
              <a:rPr lang="en-GB" sz="2400" i="1" dirty="0"/>
              <a:t> za </a:t>
            </a:r>
            <a:r>
              <a:rPr lang="en-GB" sz="2400" i="1" dirty="0" err="1"/>
              <a:t>proces</a:t>
            </a:r>
            <a:r>
              <a:rPr lang="en-GB" sz="2400" i="1" dirty="0"/>
              <a:t> </a:t>
            </a:r>
            <a:r>
              <a:rPr lang="en-GB" sz="2400" i="1" dirty="0" err="1"/>
              <a:t>dodavanja</a:t>
            </a:r>
            <a:r>
              <a:rPr lang="en-GB" sz="2400" i="1" dirty="0"/>
              <a:t> </a:t>
            </a:r>
            <a:r>
              <a:rPr lang="en-GB" sz="2400" i="1" dirty="0" err="1"/>
              <a:t>korisnika</a:t>
            </a:r>
            <a:r>
              <a:rPr lang="en-GB" sz="2400" i="1" dirty="0"/>
              <a:t> </a:t>
            </a:r>
            <a:r>
              <a:rPr lang="en-GB" sz="2400" i="1" dirty="0" err="1"/>
              <a:t>i</a:t>
            </a:r>
            <a:r>
              <a:rPr lang="en-GB" sz="2400" i="1" dirty="0"/>
              <a:t> </a:t>
            </a:r>
            <a:r>
              <a:rPr lang="en-GB" sz="2400" i="1" dirty="0" err="1"/>
              <a:t>prijavu</a:t>
            </a:r>
            <a:r>
              <a:rPr lang="en-GB" sz="2400" i="1" dirty="0"/>
              <a:t> </a:t>
            </a:r>
            <a:r>
              <a:rPr lang="en-GB" sz="2400" i="1" dirty="0" err="1"/>
              <a:t>istih</a:t>
            </a:r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3B4B00-62FC-F87D-93AC-2B8AB0166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227" y="980073"/>
            <a:ext cx="8715545" cy="587792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00E07EC-EEE2-38AF-CA76-4A5CE02AF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3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79EA8-8C0D-EE51-7C6F-F4D363C31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152273"/>
            <a:ext cx="12009120" cy="4351338"/>
          </a:xfrm>
        </p:spPr>
        <p:txBody>
          <a:bodyPr/>
          <a:lstStyle/>
          <a:p>
            <a:r>
              <a:rPr lang="en-GB" i="1" dirty="0"/>
              <a:t>3.</a:t>
            </a:r>
            <a:r>
              <a:rPr lang="hr-HR" i="1" dirty="0"/>
              <a:t>2</a:t>
            </a:r>
            <a:r>
              <a:rPr lang="en-GB" i="1" dirty="0"/>
              <a:t> </a:t>
            </a:r>
            <a:r>
              <a:rPr lang="pl-PL" i="1" dirty="0"/>
              <a:t>dijagram obrazaca uporabe za prikaz odnosa računovođe i klijenta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7BA39-47C5-5D04-3D1F-B9674A8BA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18" y="591618"/>
            <a:ext cx="7785164" cy="626638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ABBC4-A6FE-230D-20E7-0D119AF3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3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04CEE-2CAA-B1A0-91C5-4F76F90D8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176963"/>
          </a:xfrm>
        </p:spPr>
        <p:txBody>
          <a:bodyPr/>
          <a:lstStyle/>
          <a:p>
            <a:r>
              <a:rPr lang="pl-PL" i="1" dirty="0"/>
              <a:t>3.3 dijagram obrazaca uporabe za prikaz odnosa klijenta i radnika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ADB67D-B702-9B7C-A01D-1F9F67AAC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40" y="352569"/>
            <a:ext cx="8883319" cy="65054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13D5B-820B-FAA0-871F-9DB744BE4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005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5DD0B-3FC8-3E13-A407-B93C4B95D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r>
              <a:rPr lang="pl-PL" dirty="0"/>
              <a:t>4. dijagram obrazaca uporabe za osnovne poslovne procese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513DF2-BB99-6D69-7396-864A878E8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385" y="410818"/>
            <a:ext cx="9963229" cy="644718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E9398-40B4-DBC6-E09B-7343126C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444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808F2-1F4C-B759-1784-091828477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r>
              <a:rPr lang="pl-PL" dirty="0"/>
              <a:t>5. dijagram obrazaca uporabe za kritične sustave i integracije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81ED71-1C46-7FE7-CC8B-5EAB98AFD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193" y="464327"/>
            <a:ext cx="9088407" cy="63936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E3A55-3B1E-7D86-E90C-067DBCBD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161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2EEF-EA04-59D9-8DF5-C9102AD0B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9819"/>
            <a:ext cx="10515600" cy="1325563"/>
          </a:xfrm>
        </p:spPr>
        <p:txBody>
          <a:bodyPr/>
          <a:lstStyle/>
          <a:p>
            <a:pPr algn="ctr"/>
            <a:r>
              <a:rPr lang="hr-HR" dirty="0"/>
              <a:t>Arhitektura sustava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AE4BD-6498-E084-14D3-A94B9E4B9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7177"/>
            <a:ext cx="10515600" cy="4351338"/>
          </a:xfrm>
        </p:spPr>
        <p:txBody>
          <a:bodyPr/>
          <a:lstStyle/>
          <a:p>
            <a:r>
              <a:rPr lang="hr-HR" dirty="0"/>
              <a:t>Dijagram razmještaja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61487-28C5-5768-EA9F-D16FBCDE4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063" y="945785"/>
            <a:ext cx="8313874" cy="591221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D0A91-EE64-27B4-3E14-BD459B40A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91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20B62-543E-23B0-8912-3C8F8FBE8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/>
          <a:lstStyle/>
          <a:p>
            <a:r>
              <a:rPr lang="hr-HR" dirty="0"/>
              <a:t>Dijagram komponenata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458F8-CBDC-18C7-6536-1545F1FCC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626" y="397565"/>
            <a:ext cx="9760748" cy="646043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11C0-FABF-69DB-B0D0-CB0AD9E4A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742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C315-2B79-81B0-F00B-0E5A7000F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888"/>
            <a:ext cx="10515600" cy="1325563"/>
          </a:xfrm>
        </p:spPr>
        <p:txBody>
          <a:bodyPr/>
          <a:lstStyle/>
          <a:p>
            <a:pPr algn="ctr"/>
            <a:r>
              <a:rPr lang="hr-HR" dirty="0"/>
              <a:t>Korišteni alati i tehnologije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37876-959C-4391-EEE0-736FB2147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368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hr-HR" dirty="0"/>
              <a:t>Za razvoj programske podrške:</a:t>
            </a:r>
          </a:p>
          <a:p>
            <a:r>
              <a:rPr lang="hr-HR" dirty="0"/>
              <a:t>Backend: Spring Boot, Java</a:t>
            </a:r>
          </a:p>
          <a:p>
            <a:r>
              <a:rPr lang="hr-HR" dirty="0"/>
              <a:t>Frontend: React, Javascript</a:t>
            </a:r>
          </a:p>
          <a:p>
            <a:pPr marL="0" indent="0">
              <a:buNone/>
            </a:pPr>
            <a:r>
              <a:rPr lang="hr-HR" dirty="0"/>
              <a:t>Za dokumentaciju:</a:t>
            </a:r>
          </a:p>
          <a:p>
            <a:r>
              <a:rPr lang="hr-HR" dirty="0"/>
              <a:t>Wiki: format Markdown</a:t>
            </a:r>
          </a:p>
          <a:p>
            <a:r>
              <a:rPr lang="hr-HR" dirty="0"/>
              <a:t>Dijagrami: Astah UML, PlantUML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EEE1A-4A5A-08C2-FCFA-B325A30A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231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267C-BD22-CB6D-4749-90DEBCCF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r-HR" dirty="0"/>
              <a:t>Organizacija rada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CE7B4-B9C6-8306-EEB3-6A1A6D98F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Komunikacija:</a:t>
            </a:r>
          </a:p>
          <a:p>
            <a:r>
              <a:rPr lang="hr-HR" dirty="0"/>
              <a:t>WhatsApp</a:t>
            </a:r>
          </a:p>
          <a:p>
            <a:r>
              <a:rPr lang="hr-HR" dirty="0"/>
              <a:t>Discord</a:t>
            </a:r>
          </a:p>
          <a:p>
            <a:pPr marL="0" indent="0">
              <a:buNone/>
            </a:pPr>
            <a:r>
              <a:rPr lang="hr-HR" dirty="0"/>
              <a:t>Upravljanje izvornim kodom:</a:t>
            </a:r>
          </a:p>
          <a:p>
            <a:r>
              <a:rPr lang="hr-HR" dirty="0"/>
              <a:t>Github repozitorij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1B268-F7D9-A2CA-74B9-F98E4318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42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F051-AEDF-0890-2723-00641547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8963"/>
            <a:ext cx="10515600" cy="1325563"/>
          </a:xfrm>
        </p:spPr>
        <p:txBody>
          <a:bodyPr/>
          <a:lstStyle/>
          <a:p>
            <a:pPr algn="ctr"/>
            <a:r>
              <a:rPr lang="hr-HR" dirty="0"/>
              <a:t>Zaključak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FAA6-E917-BB7A-E0DB-C821FB96E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9224"/>
            <a:ext cx="12192000" cy="6144768"/>
          </a:xfrm>
        </p:spPr>
        <p:txBody>
          <a:bodyPr>
            <a:normAutofit/>
          </a:bodyPr>
          <a:lstStyle/>
          <a:p>
            <a:r>
              <a:rPr lang="en-GB" dirty="0"/>
              <a:t>Projekt </a:t>
            </a:r>
            <a:r>
              <a:rPr lang="en-GB" dirty="0" err="1"/>
              <a:t>nam</a:t>
            </a:r>
            <a:r>
              <a:rPr lang="en-GB" dirty="0"/>
              <a:t> je </a:t>
            </a:r>
            <a:r>
              <a:rPr lang="en-GB" dirty="0" err="1"/>
              <a:t>omogućio</a:t>
            </a:r>
            <a:r>
              <a:rPr lang="en-GB" dirty="0"/>
              <a:t> </a:t>
            </a:r>
            <a:r>
              <a:rPr lang="en-GB" dirty="0" err="1"/>
              <a:t>savladavanje</a:t>
            </a:r>
            <a:r>
              <a:rPr lang="en-GB" dirty="0"/>
              <a:t> </a:t>
            </a:r>
            <a:r>
              <a:rPr lang="en-GB" dirty="0" err="1"/>
              <a:t>cijelog</a:t>
            </a:r>
            <a:r>
              <a:rPr lang="en-GB" dirty="0"/>
              <a:t> </a:t>
            </a:r>
            <a:r>
              <a:rPr lang="en-GB" dirty="0" err="1"/>
              <a:t>razvojnog</a:t>
            </a:r>
            <a:r>
              <a:rPr lang="en-GB" dirty="0"/>
              <a:t> </a:t>
            </a:r>
            <a:r>
              <a:rPr lang="en-GB" dirty="0" err="1"/>
              <a:t>ciklusa</a:t>
            </a:r>
            <a:r>
              <a:rPr lang="en-GB" dirty="0"/>
              <a:t>, od </a:t>
            </a:r>
            <a:r>
              <a:rPr lang="en-GB" dirty="0" err="1"/>
              <a:t>dizajna</a:t>
            </a:r>
            <a:r>
              <a:rPr lang="en-GB" dirty="0"/>
              <a:t> </a:t>
            </a:r>
            <a:r>
              <a:rPr lang="en-GB" dirty="0" err="1"/>
              <a:t>baze</a:t>
            </a:r>
            <a:r>
              <a:rPr lang="en-GB" dirty="0"/>
              <a:t> do </a:t>
            </a:r>
            <a:r>
              <a:rPr lang="en-GB" dirty="0" err="1"/>
              <a:t>automatiziranog</a:t>
            </a:r>
            <a:r>
              <a:rPr lang="en-GB" dirty="0"/>
              <a:t> </a:t>
            </a:r>
            <a:r>
              <a:rPr lang="en-GB" dirty="0" err="1"/>
              <a:t>testiranja</a:t>
            </a:r>
            <a:r>
              <a:rPr lang="en-GB" dirty="0"/>
              <a:t>. </a:t>
            </a:r>
            <a:r>
              <a:rPr lang="en-GB" dirty="0" err="1"/>
              <a:t>Najveća</a:t>
            </a:r>
            <a:r>
              <a:rPr lang="en-GB" dirty="0"/>
              <a:t> </a:t>
            </a:r>
            <a:r>
              <a:rPr lang="en-GB" dirty="0" err="1"/>
              <a:t>naučena</a:t>
            </a:r>
            <a:r>
              <a:rPr lang="en-GB" dirty="0"/>
              <a:t> </a:t>
            </a:r>
            <a:r>
              <a:rPr lang="en-GB" dirty="0" err="1"/>
              <a:t>lekcija</a:t>
            </a:r>
            <a:r>
              <a:rPr lang="en-GB" dirty="0"/>
              <a:t> je da </a:t>
            </a:r>
            <a:r>
              <a:rPr lang="en-GB" dirty="0" err="1"/>
              <a:t>uspjeh</a:t>
            </a:r>
            <a:r>
              <a:rPr lang="en-GB" dirty="0"/>
              <a:t> </a:t>
            </a:r>
            <a:r>
              <a:rPr lang="en-GB" dirty="0" err="1"/>
              <a:t>projekta</a:t>
            </a:r>
            <a:r>
              <a:rPr lang="en-GB" dirty="0"/>
              <a:t> </a:t>
            </a:r>
            <a:r>
              <a:rPr lang="en-GB" dirty="0" err="1"/>
              <a:t>ovisi</a:t>
            </a:r>
            <a:r>
              <a:rPr lang="en-GB" dirty="0"/>
              <a:t> o </a:t>
            </a:r>
            <a:r>
              <a:rPr lang="en-GB" dirty="0" err="1"/>
              <a:t>ranoj</a:t>
            </a:r>
            <a:r>
              <a:rPr lang="en-GB" dirty="0"/>
              <a:t> </a:t>
            </a:r>
            <a:r>
              <a:rPr lang="en-GB" dirty="0" err="1"/>
              <a:t>integraciji</a:t>
            </a:r>
            <a:r>
              <a:rPr lang="en-GB" dirty="0"/>
              <a:t> </a:t>
            </a:r>
            <a:r>
              <a:rPr lang="en-GB" dirty="0" err="1"/>
              <a:t>komponenti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stalnoj</a:t>
            </a:r>
            <a:r>
              <a:rPr lang="en-GB" dirty="0"/>
              <a:t> </a:t>
            </a:r>
            <a:r>
              <a:rPr lang="en-GB" dirty="0" err="1"/>
              <a:t>komunikaciji</a:t>
            </a:r>
            <a:r>
              <a:rPr lang="en-GB" dirty="0"/>
              <a:t> </a:t>
            </a:r>
            <a:r>
              <a:rPr lang="en-GB" dirty="0" err="1"/>
              <a:t>tima</a:t>
            </a:r>
            <a:r>
              <a:rPr lang="en-GB" dirty="0"/>
              <a:t>, </a:t>
            </a:r>
            <a:r>
              <a:rPr lang="en-GB" dirty="0" err="1"/>
              <a:t>što</a:t>
            </a:r>
            <a:r>
              <a:rPr lang="en-GB" dirty="0"/>
              <a:t> </a:t>
            </a:r>
            <a:r>
              <a:rPr lang="en-GB" dirty="0" err="1"/>
              <a:t>nam</a:t>
            </a:r>
            <a:r>
              <a:rPr lang="en-GB" dirty="0"/>
              <a:t> je </a:t>
            </a:r>
            <a:r>
              <a:rPr lang="en-GB" dirty="0" err="1"/>
              <a:t>omogućilo</a:t>
            </a:r>
            <a:r>
              <a:rPr lang="en-GB" dirty="0"/>
              <a:t> da </a:t>
            </a:r>
            <a:r>
              <a:rPr lang="en-GB" dirty="0" err="1"/>
              <a:t>tehničke</a:t>
            </a:r>
            <a:r>
              <a:rPr lang="en-GB" dirty="0"/>
              <a:t> </a:t>
            </a:r>
            <a:r>
              <a:rPr lang="en-GB" dirty="0" err="1"/>
              <a:t>prepreke</a:t>
            </a:r>
            <a:r>
              <a:rPr lang="en-GB" dirty="0"/>
              <a:t> </a:t>
            </a:r>
            <a:r>
              <a:rPr lang="en-GB" dirty="0" err="1"/>
              <a:t>pretvorimo</a:t>
            </a:r>
            <a:r>
              <a:rPr lang="en-GB" dirty="0"/>
              <a:t> u </a:t>
            </a:r>
            <a:r>
              <a:rPr lang="en-GB" dirty="0" err="1"/>
              <a:t>funkcionalna</a:t>
            </a:r>
            <a:r>
              <a:rPr lang="en-GB" dirty="0"/>
              <a:t> </a:t>
            </a:r>
            <a:r>
              <a:rPr lang="en-GB" dirty="0" err="1"/>
              <a:t>rješenja</a:t>
            </a:r>
            <a:r>
              <a:rPr lang="en-GB" dirty="0"/>
              <a:t>.</a:t>
            </a:r>
          </a:p>
          <a:p>
            <a:r>
              <a:rPr lang="en-GB" dirty="0" err="1"/>
              <a:t>Izazov</a:t>
            </a:r>
            <a:r>
              <a:rPr lang="en-GB" dirty="0"/>
              <a:t>: </a:t>
            </a:r>
            <a:r>
              <a:rPr lang="en-GB" dirty="0" err="1"/>
              <a:t>Konflikti</a:t>
            </a:r>
            <a:r>
              <a:rPr lang="en-GB" dirty="0"/>
              <a:t> u </a:t>
            </a:r>
            <a:r>
              <a:rPr lang="en-GB" dirty="0" err="1"/>
              <a:t>ažuriranju</a:t>
            </a:r>
            <a:r>
              <a:rPr lang="en-GB" dirty="0"/>
              <a:t> </a:t>
            </a:r>
            <a:r>
              <a:rPr lang="en-GB" dirty="0" err="1"/>
              <a:t>aplikacije</a:t>
            </a:r>
            <a:endParaRPr lang="en-GB" dirty="0"/>
          </a:p>
          <a:p>
            <a:pPr lvl="1"/>
            <a:r>
              <a:rPr lang="en-GB" dirty="0" err="1"/>
              <a:t>Rješenje</a:t>
            </a:r>
            <a:r>
              <a:rPr lang="en-GB" dirty="0"/>
              <a:t>: </a:t>
            </a:r>
            <a:r>
              <a:rPr lang="en-GB" dirty="0" err="1"/>
              <a:t>Uvedena</a:t>
            </a:r>
            <a:r>
              <a:rPr lang="en-GB" dirty="0"/>
              <a:t> je </a:t>
            </a:r>
            <a:r>
              <a:rPr lang="en-GB" dirty="0" err="1"/>
              <a:t>praksa</a:t>
            </a:r>
            <a:r>
              <a:rPr lang="en-GB" dirty="0"/>
              <a:t> </a:t>
            </a:r>
            <a:r>
              <a:rPr lang="en-GB" dirty="0" err="1"/>
              <a:t>čestog</a:t>
            </a:r>
            <a:r>
              <a:rPr lang="en-GB" dirty="0"/>
              <a:t> </a:t>
            </a:r>
            <a:r>
              <a:rPr lang="en-GB" dirty="0" err="1"/>
              <a:t>povlačenja</a:t>
            </a:r>
            <a:r>
              <a:rPr lang="en-GB" dirty="0"/>
              <a:t> </a:t>
            </a:r>
            <a:r>
              <a:rPr lang="en-GB" dirty="0" err="1"/>
              <a:t>promjena</a:t>
            </a:r>
            <a:r>
              <a:rPr lang="en-GB" dirty="0"/>
              <a:t> (git pull)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komunikacije</a:t>
            </a:r>
            <a:r>
              <a:rPr lang="en-GB" dirty="0"/>
              <a:t> </a:t>
            </a:r>
            <a:r>
              <a:rPr lang="en-GB" dirty="0" err="1"/>
              <a:t>prije</a:t>
            </a:r>
            <a:r>
              <a:rPr lang="en-GB" dirty="0"/>
              <a:t> </a:t>
            </a:r>
            <a:r>
              <a:rPr lang="en-GB" dirty="0" err="1"/>
              <a:t>dodavanja</a:t>
            </a:r>
            <a:r>
              <a:rPr lang="en-GB" dirty="0"/>
              <a:t> </a:t>
            </a:r>
            <a:r>
              <a:rPr lang="en-GB" dirty="0" err="1"/>
              <a:t>novih</a:t>
            </a:r>
            <a:r>
              <a:rPr lang="en-GB" dirty="0"/>
              <a:t> </a:t>
            </a:r>
            <a:r>
              <a:rPr lang="en-GB" dirty="0" err="1"/>
              <a:t>zavisnosti</a:t>
            </a:r>
            <a:r>
              <a:rPr lang="en-GB" dirty="0"/>
              <a:t> </a:t>
            </a:r>
            <a:r>
              <a:rPr lang="en-GB" dirty="0" err="1"/>
              <a:t>kako</a:t>
            </a:r>
            <a:r>
              <a:rPr lang="en-GB" dirty="0"/>
              <a:t> bi se </a:t>
            </a:r>
            <a:r>
              <a:rPr lang="en-GB" dirty="0" err="1"/>
              <a:t>promjene</a:t>
            </a:r>
            <a:r>
              <a:rPr lang="en-GB" dirty="0"/>
              <a:t> </a:t>
            </a:r>
            <a:r>
              <a:rPr lang="en-GB" dirty="0" err="1"/>
              <a:t>sinkronizirale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vrijeme</a:t>
            </a:r>
            <a:r>
              <a:rPr lang="en-GB" dirty="0"/>
              <a:t>.</a:t>
            </a:r>
          </a:p>
          <a:p>
            <a:r>
              <a:rPr lang="en-GB" dirty="0" err="1"/>
              <a:t>Izazov</a:t>
            </a:r>
            <a:r>
              <a:rPr lang="en-GB" dirty="0"/>
              <a:t>: </a:t>
            </a:r>
            <a:r>
              <a:rPr lang="en-GB" dirty="0" err="1"/>
              <a:t>Razvoj</a:t>
            </a:r>
            <a:r>
              <a:rPr lang="en-GB" dirty="0"/>
              <a:t> </a:t>
            </a:r>
            <a:r>
              <a:rPr lang="en-GB" dirty="0" err="1"/>
              <a:t>frontenda</a:t>
            </a:r>
            <a:r>
              <a:rPr lang="en-GB" dirty="0"/>
              <a:t> bi </a:t>
            </a:r>
            <a:r>
              <a:rPr lang="en-GB" dirty="0" err="1"/>
              <a:t>stao</a:t>
            </a:r>
            <a:r>
              <a:rPr lang="en-GB" dirty="0"/>
              <a:t> </a:t>
            </a:r>
            <a:r>
              <a:rPr lang="en-GB" dirty="0" err="1"/>
              <a:t>jer</a:t>
            </a:r>
            <a:r>
              <a:rPr lang="en-GB" dirty="0"/>
              <a:t> </a:t>
            </a:r>
            <a:r>
              <a:rPr lang="en-GB" dirty="0" err="1"/>
              <a:t>određeni</a:t>
            </a:r>
            <a:r>
              <a:rPr lang="en-GB" dirty="0"/>
              <a:t> API endpoint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backendu</a:t>
            </a:r>
            <a:r>
              <a:rPr lang="en-GB" dirty="0"/>
              <a:t> </a:t>
            </a:r>
            <a:r>
              <a:rPr lang="en-GB" dirty="0" err="1"/>
              <a:t>još</a:t>
            </a:r>
            <a:r>
              <a:rPr lang="en-GB" dirty="0"/>
              <a:t> </a:t>
            </a:r>
            <a:r>
              <a:rPr lang="en-GB" dirty="0" err="1"/>
              <a:t>nije</a:t>
            </a:r>
            <a:r>
              <a:rPr lang="en-GB" dirty="0"/>
              <a:t> bio </a:t>
            </a:r>
            <a:r>
              <a:rPr lang="en-GB" dirty="0" err="1"/>
              <a:t>gotov</a:t>
            </a:r>
            <a:endParaRPr lang="en-GB" dirty="0"/>
          </a:p>
          <a:p>
            <a:pPr lvl="1"/>
            <a:r>
              <a:rPr lang="en-GB" dirty="0" err="1"/>
              <a:t>Rješenje</a:t>
            </a:r>
            <a:r>
              <a:rPr lang="en-GB" dirty="0"/>
              <a:t>: </a:t>
            </a:r>
            <a:r>
              <a:rPr lang="en-GB" dirty="0" err="1"/>
              <a:t>Članovi</a:t>
            </a:r>
            <a:r>
              <a:rPr lang="en-GB" dirty="0"/>
              <a:t> </a:t>
            </a:r>
            <a:r>
              <a:rPr lang="en-GB" dirty="0" err="1"/>
              <a:t>tima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počeli</a:t>
            </a:r>
            <a:r>
              <a:rPr lang="en-GB" dirty="0"/>
              <a:t> </a:t>
            </a:r>
            <a:r>
              <a:rPr lang="en-GB" dirty="0" err="1"/>
              <a:t>koristiti</a:t>
            </a:r>
            <a:r>
              <a:rPr lang="en-GB" dirty="0"/>
              <a:t> Mock </a:t>
            </a:r>
            <a:r>
              <a:rPr lang="en-GB" dirty="0" err="1"/>
              <a:t>podatke</a:t>
            </a:r>
            <a:r>
              <a:rPr lang="en-GB" dirty="0"/>
              <a:t> (</a:t>
            </a:r>
            <a:r>
              <a:rPr lang="en-GB" dirty="0" err="1"/>
              <a:t>lažne</a:t>
            </a:r>
            <a:r>
              <a:rPr lang="en-GB" dirty="0"/>
              <a:t> </a:t>
            </a:r>
            <a:r>
              <a:rPr lang="en-GB" dirty="0" err="1"/>
              <a:t>podatke</a:t>
            </a:r>
            <a:r>
              <a:rPr lang="en-GB" dirty="0"/>
              <a:t>)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frontendu</a:t>
            </a:r>
            <a:r>
              <a:rPr lang="en-GB" dirty="0"/>
              <a:t> </a:t>
            </a:r>
            <a:r>
              <a:rPr lang="en-GB" dirty="0" err="1"/>
              <a:t>kako</a:t>
            </a:r>
            <a:r>
              <a:rPr lang="en-GB" dirty="0"/>
              <a:t> bi </a:t>
            </a:r>
            <a:r>
              <a:rPr lang="en-GB" dirty="0" err="1"/>
              <a:t>mogli</a:t>
            </a:r>
            <a:r>
              <a:rPr lang="en-GB" dirty="0"/>
              <a:t> </a:t>
            </a:r>
            <a:r>
              <a:rPr lang="en-GB" dirty="0" err="1"/>
              <a:t>nastaviti</a:t>
            </a:r>
            <a:r>
              <a:rPr lang="en-GB" dirty="0"/>
              <a:t> s </a:t>
            </a:r>
            <a:r>
              <a:rPr lang="en-GB" dirty="0" err="1"/>
              <a:t>dizajnom</a:t>
            </a:r>
            <a:r>
              <a:rPr lang="en-GB" dirty="0"/>
              <a:t> </a:t>
            </a:r>
            <a:r>
              <a:rPr lang="en-GB" dirty="0" err="1"/>
              <a:t>sučelja</a:t>
            </a:r>
            <a:r>
              <a:rPr lang="en-GB" dirty="0"/>
              <a:t> </a:t>
            </a:r>
            <a:r>
              <a:rPr lang="en-GB" dirty="0" err="1"/>
              <a:t>dok</a:t>
            </a:r>
            <a:r>
              <a:rPr lang="en-GB" dirty="0"/>
              <a:t> se </a:t>
            </a:r>
            <a:r>
              <a:rPr lang="en-GB" dirty="0" err="1"/>
              <a:t>prava</a:t>
            </a:r>
            <a:r>
              <a:rPr lang="en-GB" dirty="0"/>
              <a:t> </a:t>
            </a:r>
            <a:r>
              <a:rPr lang="en-GB" dirty="0" err="1"/>
              <a:t>logika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backendu</a:t>
            </a:r>
            <a:r>
              <a:rPr lang="en-GB" dirty="0"/>
              <a:t> ne </a:t>
            </a:r>
            <a:r>
              <a:rPr lang="en-GB" dirty="0" err="1"/>
              <a:t>dovrši</a:t>
            </a:r>
            <a:r>
              <a:rPr lang="en-GB" dirty="0"/>
              <a:t>.</a:t>
            </a:r>
          </a:p>
          <a:p>
            <a:r>
              <a:rPr lang="en-GB" dirty="0" err="1"/>
              <a:t>Izazov</a:t>
            </a:r>
            <a:r>
              <a:rPr lang="en-GB" dirty="0"/>
              <a:t>: </a:t>
            </a:r>
            <a:r>
              <a:rPr lang="en-GB" dirty="0" err="1"/>
              <a:t>Konflikti</a:t>
            </a:r>
            <a:r>
              <a:rPr lang="en-GB" dirty="0"/>
              <a:t> s </a:t>
            </a:r>
            <a:r>
              <a:rPr lang="en-GB" dirty="0" err="1"/>
              <a:t>postojećim</a:t>
            </a:r>
            <a:r>
              <a:rPr lang="en-GB" dirty="0"/>
              <a:t> Chrome </a:t>
            </a:r>
            <a:r>
              <a:rPr lang="en-GB" dirty="0" err="1"/>
              <a:t>profilima</a:t>
            </a:r>
            <a:r>
              <a:rPr lang="en-GB" dirty="0"/>
              <a:t> </a:t>
            </a:r>
            <a:r>
              <a:rPr lang="en-GB" dirty="0" err="1"/>
              <a:t>uzrokovali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pad </a:t>
            </a:r>
            <a:r>
              <a:rPr lang="en-GB" dirty="0" err="1"/>
              <a:t>testova</a:t>
            </a:r>
            <a:endParaRPr lang="en-GB" dirty="0"/>
          </a:p>
          <a:p>
            <a:pPr lvl="1"/>
            <a:r>
              <a:rPr lang="en-GB" dirty="0" err="1"/>
              <a:t>Rješenje</a:t>
            </a:r>
            <a:r>
              <a:rPr lang="en-GB" dirty="0"/>
              <a:t>: </a:t>
            </a:r>
            <a:r>
              <a:rPr lang="en-GB" dirty="0" err="1"/>
              <a:t>Implementirano</a:t>
            </a:r>
            <a:r>
              <a:rPr lang="en-GB" dirty="0"/>
              <a:t> </a:t>
            </a:r>
            <a:r>
              <a:rPr lang="en-GB" dirty="0" err="1"/>
              <a:t>obavezno</a:t>
            </a:r>
            <a:r>
              <a:rPr lang="en-GB" dirty="0"/>
              <a:t> </a:t>
            </a:r>
            <a:r>
              <a:rPr lang="en-GB" dirty="0" err="1"/>
              <a:t>gašenje</a:t>
            </a:r>
            <a:r>
              <a:rPr lang="en-GB" dirty="0"/>
              <a:t> </a:t>
            </a:r>
            <a:r>
              <a:rPr lang="en-GB" dirty="0" err="1"/>
              <a:t>svih</a:t>
            </a:r>
            <a:r>
              <a:rPr lang="en-GB" dirty="0"/>
              <a:t> </a:t>
            </a:r>
            <a:r>
              <a:rPr lang="en-GB" dirty="0" err="1"/>
              <a:t>instanci</a:t>
            </a:r>
            <a:r>
              <a:rPr lang="en-GB" dirty="0"/>
              <a:t> </a:t>
            </a:r>
            <a:r>
              <a:rPr lang="en-GB" dirty="0" err="1"/>
              <a:t>preglednika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optimizacija</a:t>
            </a:r>
            <a:r>
              <a:rPr lang="en-GB" dirty="0"/>
              <a:t> </a:t>
            </a:r>
            <a:r>
              <a:rPr lang="en-GB" dirty="0" err="1"/>
              <a:t>drivera</a:t>
            </a:r>
            <a:r>
              <a:rPr lang="en-GB" dirty="0"/>
              <a:t> za </a:t>
            </a:r>
            <a:r>
              <a:rPr lang="en-GB" dirty="0" err="1"/>
              <a:t>izolirani</a:t>
            </a:r>
            <a:r>
              <a:rPr lang="en-GB" dirty="0"/>
              <a:t> rad.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DF64A-E501-A043-2ABC-BAC91BD2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3615-6143-4379-9E83-4F4C67377D8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060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396</Words>
  <Application>Microsoft Office PowerPoint</Application>
  <PresentationFormat>Widescreen</PresentationFormat>
  <Paragraphs>67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Platforma za Računovodstvo</vt:lpstr>
      <vt:lpstr>Članovi Grupe</vt:lpstr>
      <vt:lpstr>O Projektu</vt:lpstr>
      <vt:lpstr>Pregledi zahtjeva</vt:lpstr>
      <vt:lpstr>PowerPoint Presentation</vt:lpstr>
      <vt:lpstr>Nefunkcionalni zahtjevi</vt:lpstr>
      <vt:lpstr>Dijagrami obrazaca uporabe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Arhitektura sustava</vt:lpstr>
      <vt:lpstr>PowerPoint Presentation</vt:lpstr>
      <vt:lpstr>Korišteni alati i tehnologije</vt:lpstr>
      <vt:lpstr>Organizacija rada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</dc:creator>
  <cp:lastModifiedBy>Ivan</cp:lastModifiedBy>
  <cp:revision>1</cp:revision>
  <dcterms:created xsi:type="dcterms:W3CDTF">2026-01-23T15:56:14Z</dcterms:created>
  <dcterms:modified xsi:type="dcterms:W3CDTF">2026-01-23T19:47:43Z</dcterms:modified>
</cp:coreProperties>
</file>